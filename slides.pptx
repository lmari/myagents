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Santiago Ramón y Cajal (1852-1934) è stato un neuropatologo e neuroscienziato spagnolo, considerato uno dei fondatori della neuroscienza moderna grazie al suo lavoro sulla struttura microscopica del sistema nervoso. Ha dimostrato che i neuroni sono cellule separate tra loro, sfidando la teoria reticolare.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Il lavoro di Cajal gli è valso il Premio Nobel per la Fisiologia o la Medicina nel 1906, condiviso con Camillo Golgi. Tra i suoi contributi, l'illustrazione dettagliata dei tessuti nervosi, che rappresentano un capolavoro dell'arte scientifica del suo tempo.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Oltre al suo lavoro scientifico, Santiago Ramón y Cajal è stato anche un artista talentuoso. Le sue illustrazioni microscopiche del sistema nervoso sono celebrate non solo per la loro accuratezza scientifica, ma anche per il merito artistico e creativia che infondono in ogni dettaglio.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